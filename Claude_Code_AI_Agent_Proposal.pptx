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 Chatbot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Accelerating Delivery with Claude Code</a:t>
            </a:r>
          </a:p>
          <a:p>
            <a:r>
              <a:t>Architecture: LangChain, LangGraph, MCP Server, Oracle DB &amp; Vector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robust multi-agent architecture:</a:t>
            </a:r>
          </a:p>
          <a:p>
            <a:pPr lvl="1"/>
            <a:r>
              <a:t>UI Framework for seamless user interaction</a:t>
            </a:r>
          </a:p>
          <a:p>
            <a:pPr lvl="1"/>
            <a:r>
              <a:t>LangChain &amp; LangGraph for AI multi-agent orchestration and state management</a:t>
            </a:r>
          </a:p>
          <a:p>
            <a:pPr lvl="1"/>
            <a:r>
              <a:t>MCP Server to securely bridge the AI agents with enterprise data</a:t>
            </a:r>
          </a:p>
          <a:p>
            <a:pPr lvl="1"/>
            <a:r>
              <a:t>Oracle DB &amp; Oracle Vector Store for structured data and Retrieval-Augmented Generation (RAG)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Claude Code Accelerates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autonomous, terminal-based AI assistant tailored for complex stacks:</a:t>
            </a:r>
          </a:p>
          <a:p>
            <a:pPr lvl="1"/>
            <a:r>
              <a:t>Native MCP Integration: Rapidly write, test, and debug secure endpoints connecting LangGraph to Oracle DB.</a:t>
            </a:r>
          </a:p>
          <a:p>
            <a:pPr lvl="1"/>
            <a:r>
              <a:t>Multi-Agent State Management: Navigate multiple files to trace logic errors and refactor complex LangGraph cyclical graphs.</a:t>
            </a:r>
          </a:p>
          <a:p>
            <a:pPr lvl="1"/>
            <a:r>
              <a:t>Automating Data Pipelines: Autonomously generate Python scripts for parsing complex schemas and populating the Oracle Vector Store.</a:t>
            </a:r>
          </a:p>
          <a:p>
            <a:pPr lvl="1"/>
            <a:r>
              <a:t>End-to-End Testing: Writes and executes test cases directly in the terminal, iterating on error logs autonomously.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improvements based on SWE-bench performance and industry data:</a:t>
            </a:r>
          </a:p>
          <a:p>
            <a:pPr lvl="1"/>
            <a:r>
              <a:t>50% Overall Productivity Boost: Effectively allows a single developer to output the volume of 1.5 engineers.</a:t>
            </a:r>
          </a:p>
          <a:p>
            <a:pPr lvl="1"/>
            <a:r>
              <a:t>80% Time Reduction on Complex Tasks: Shrinks 90-minute multi-step debugging sessions to under 20 minutes.</a:t>
            </a:r>
          </a:p>
          <a:p>
            <a:pPr lvl="1"/>
            <a:r>
              <a:t>33% Less Human Oversight: Chaining 20+ independent tool calls for deep, multi-file refactoring autonomously.</a:t>
            </a:r>
          </a:p>
          <a:p>
            <a:pPr lvl="1"/>
            <a:r>
              <a:t>Top-Tier Resolution Rates: Clears 75-80%+ on autonomously solving real-world GitHub issues (SWE-bench Verified).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Value for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Faster Time-to-Market: Reductions in boilerplate coding and debugging accelerate the overall project timeline.</a:t>
            </a:r>
          </a:p>
          <a:p>
            <a:r>
              <a:t>Higher Code Quality: Autonomous test execution ensures robust integration between LangGraph and Oracle DB before deployment.</a:t>
            </a:r>
          </a:p>
          <a:p>
            <a:r>
              <a:t>Unlocking High-Value Engineering: Offloads routine tasks, allowing the team to focus on advanced AI features and UI enhancements.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