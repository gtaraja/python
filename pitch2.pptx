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200000"/>
            <a:ext cx="9000000" cy="800000"/>
          </a:xfrm>
          <a:prstGeom prst="rect">
            <a:avLst/>
          </a:prstGeom>
          <a:noFill/>
        </p:spPr>
        <p:txBody>
          <a:bodyPr wrap="none">
            <a:spAutoFit/>
          </a:bodyPr>
          <a:lstStyle/>
          <a:p>
            <a:r>
              <a:t>X-Bot: Enterprise NL → SQL Intelligence</a:t>
            </a:r>
          </a:p>
        </p:txBody>
      </p:sp>
      <p:sp>
        <p:nvSpPr>
          <p:cNvPr id="3" name="TextBox 2"/>
          <p:cNvSpPr txBox="1"/>
          <p:nvPr/>
        </p:nvSpPr>
        <p:spPr>
          <a:xfrm>
            <a:off x="300000" y="1200000"/>
            <a:ext cx="4500000" cy="2000000"/>
          </a:xfrm>
          <a:prstGeom prst="rect">
            <a:avLst/>
          </a:prstGeom>
          <a:noFill/>
        </p:spPr>
        <p:txBody>
          <a:bodyPr wrap="none">
            <a:spAutoFit/>
          </a:bodyPr>
          <a:lstStyle/>
          <a:p>
            <a:r>
              <a:t>Introduction</a:t>
            </a:r>
          </a:p>
          <a:p>
            <a:r>
              <a:t>X-Bot is an enterprise AI chatbot that connects to multiple databases and systems. It converts natural language questions into SQL queries using an agentic AI framework, executes them securely, and returns results in simple natural language.</a:t>
            </a:r>
          </a:p>
        </p:txBody>
      </p:sp>
      <p:sp>
        <p:nvSpPr>
          <p:cNvPr id="4" name="TextBox 3"/>
          <p:cNvSpPr txBox="1"/>
          <p:nvPr/>
        </p:nvSpPr>
        <p:spPr>
          <a:xfrm>
            <a:off x="5000000" y="1200000"/>
            <a:ext cx="4500000" cy="2000000"/>
          </a:xfrm>
          <a:prstGeom prst="rect">
            <a:avLst/>
          </a:prstGeom>
          <a:noFill/>
        </p:spPr>
        <p:txBody>
          <a:bodyPr wrap="none">
            <a:spAutoFit/>
          </a:bodyPr>
          <a:lstStyle/>
          <a:p>
            <a:r>
              <a:t>Flow</a:t>
            </a:r>
          </a:p>
          <a:p>
            <a:r>
              <a:t>User Query → System Identification → Metadata Retrieval → SQL Generation → Query Execution → Natural Language Response</a:t>
            </a:r>
          </a:p>
        </p:txBody>
      </p:sp>
      <p:sp>
        <p:nvSpPr>
          <p:cNvPr id="5" name="TextBox 4"/>
          <p:cNvSpPr txBox="1"/>
          <p:nvPr/>
        </p:nvSpPr>
        <p:spPr>
          <a:xfrm>
            <a:off x="300000" y="3500000"/>
            <a:ext cx="4500000" cy="2000000"/>
          </a:xfrm>
          <a:prstGeom prst="rect">
            <a:avLst/>
          </a:prstGeom>
          <a:noFill/>
        </p:spPr>
        <p:txBody>
          <a:bodyPr wrap="none">
            <a:spAutoFit/>
          </a:bodyPr>
          <a:lstStyle/>
          <a:p>
            <a:r>
              <a:t>Use Case</a:t>
            </a:r>
          </a:p>
          <a:p>
            <a:r>
              <a:t>A business user asks: 'What were the top 5 selling products last month?' X-Bot identifies the sales database, generates SQL automatically, executes it, and returns the insights instantly without requiring technical expertise.</a:t>
            </a:r>
          </a:p>
        </p:txBody>
      </p:sp>
      <p:sp>
        <p:nvSpPr>
          <p:cNvPr id="6" name="TextBox 5"/>
          <p:cNvSpPr txBox="1"/>
          <p:nvPr/>
        </p:nvSpPr>
        <p:spPr>
          <a:xfrm>
            <a:off x="5000000" y="3500000"/>
            <a:ext cx="4500000" cy="2000000"/>
          </a:xfrm>
          <a:prstGeom prst="rect">
            <a:avLst/>
          </a:prstGeom>
          <a:noFill/>
        </p:spPr>
        <p:txBody>
          <a:bodyPr wrap="none">
            <a:spAutoFit/>
          </a:bodyPr>
          <a:lstStyle/>
          <a:p>
            <a:r>
              <a:t>Key Features</a:t>
            </a:r>
          </a:p>
          <a:p>
            <a:r>
              <a:t>Natural Language to SQL</a:t>
            </a:r>
          </a:p>
          <a:p>
            <a:r>
              <a:t>Multi‑database connectivity (Oracle, MySQL, etc.)</a:t>
            </a:r>
          </a:p>
          <a:p>
            <a:r>
              <a:t>Agentic AI with metadata awareness</a:t>
            </a:r>
          </a:p>
          <a:p>
            <a:r>
              <a:t>API execution capability</a:t>
            </a:r>
          </a:p>
          <a:p>
            <a:r>
              <a:t>Enterprise-ready with secure query execution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