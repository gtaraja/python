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X‑Bot</a:t>
            </a:r>
          </a:p>
          <a:p>
            <a:pPr algn="ctr">
              <a:defRPr sz="2400"/>
            </a:pPr>
            <a:r>
              <a:t>The AI Assistant for Enterprise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743200" cy="1463040"/>
          </a:xfrm>
          <a:prstGeom prst="roundRect">
            <a:avLst/>
          </a:prstGeom>
          <a:solidFill>
            <a:srgbClr val="D2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Ask in English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Convert natural language questions directly into SQL queries.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743200" cy="1463040"/>
          </a:xfrm>
          <a:prstGeom prst="roundRect">
            <a:avLst/>
          </a:prstGeom>
          <a:solidFill>
            <a:srgbClr val="EB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Smart System Detection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Automatically identifies the right database or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2743200" cy="1463040"/>
          </a:xfrm>
          <a:prstGeom prst="roundRect">
            <a:avLst/>
          </a:prstGeom>
          <a:solidFill>
            <a:srgbClr val="D2F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Metadata‑Aware AI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Understands schema to generate accurate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017520"/>
            <a:ext cx="36576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/>
            </a:pPr>
            <a:r>
              <a:t>X‑Bot AI Engine</a:t>
            </a:r>
          </a:p>
          <a:p>
            <a:pPr algn="ctr">
              <a:defRPr sz="1600"/>
            </a:pPr>
            <a:r>
              <a:t>User Question → AI Agent → SQL Generation → Database Execution → Natural Language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017520"/>
            <a:ext cx="228600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Business Use Case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Ask: 'Top 5 selling products last month?' and get instant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663440"/>
            <a:ext cx="228600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Agentic AI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LLM agents, tool calling, validation and enterprise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017520"/>
            <a:ext cx="228600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Enterprise Ready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Secure database execution with scalable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63440"/>
            <a:ext cx="228600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Capabilities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NL→SQL • API Execution • Multi‑DB Support •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